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8"/>
  </p:normalViewPr>
  <p:slideViewPr>
    <p:cSldViewPr snapToGrid="0">
      <p:cViewPr varScale="1">
        <p:scale>
          <a:sx n="104" d="100"/>
          <a:sy n="104" d="100"/>
        </p:scale>
        <p:origin x="23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52930-0E77-B8FB-E948-563B1D5F2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45D26-41D8-628D-DA5E-0CD87F90C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455A6-E553-0BC7-1331-BAEE6504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889D-5831-9A4B-AFB0-B6ECE580CABF}" type="datetimeFigureOut">
              <a:rPr lang="en-CN" smtClean="0"/>
              <a:t>2025/11/3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638DC-C67F-63D0-9EC6-A8FC6D4A8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02D6A-71D7-E427-18A6-80DED81E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4D69-4C2E-1249-8ABE-62FAF0B95C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364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9592-0E4B-2464-90C0-F1C494626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C1311-118F-9903-9818-29869840C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56B85-DFF7-A187-FCA2-388F53DD6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889D-5831-9A4B-AFB0-B6ECE580CABF}" type="datetimeFigureOut">
              <a:rPr lang="en-CN" smtClean="0"/>
              <a:t>2025/11/3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B5E4B-E648-8949-8A62-0BC69443F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02CC8-A338-C121-0AC4-496612092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4D69-4C2E-1249-8ABE-62FAF0B95C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09467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C91D0-C996-5535-2D64-B774DABE7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06922-20AD-63ED-0D88-2B27D150C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C2B63-1C2A-1FA1-D6DE-45E072C9A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889D-5831-9A4B-AFB0-B6ECE580CABF}" type="datetimeFigureOut">
              <a:rPr lang="en-CN" smtClean="0"/>
              <a:t>2025/11/3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A5B39-3880-486A-AE24-739FF651F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1886-416B-6073-77E4-535DED981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4D69-4C2E-1249-8ABE-62FAF0B95C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5975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EC3AB-BD87-C56D-E852-062AA78F9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8E727-191C-809A-BFD8-126A99ABB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BD1EA-B966-E48C-2E99-D0C2F2569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4ABBF-F938-0BF2-4530-EE8CB8DED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889D-5831-9A4B-AFB0-B6ECE580CABF}" type="datetimeFigureOut">
              <a:rPr lang="en-CN" smtClean="0"/>
              <a:t>2025/11/3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A98AD-E04D-1F62-AFB6-E5063C275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54018-5818-1EC7-29F7-76459A6CB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4D69-4C2E-1249-8ABE-62FAF0B95C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26023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A27C-0F37-D3EC-5E4B-470D61049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CB670-1DAC-AF7C-493C-E8EE7C7F1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7280F-590C-AD4D-79C5-8D03A8F11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0605-A842-2985-2264-DB134397E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95BF-6CEB-3D77-E826-8A3156633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376AEC-423A-6158-F99C-387D4B7AA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889D-5831-9A4B-AFB0-B6ECE580CABF}" type="datetimeFigureOut">
              <a:rPr lang="en-CN" smtClean="0"/>
              <a:t>2025/11/3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059406-244B-0EC5-A9E3-08026366B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347DDC-B8FA-9E71-6724-BFA006391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4D69-4C2E-1249-8ABE-62FAF0B95C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06149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7E2DC-2714-55B2-C4C6-F5C4A530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3300F7-F633-A246-05C9-7EFDE25FC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889D-5831-9A4B-AFB0-B6ECE580CABF}" type="datetimeFigureOut">
              <a:rPr lang="en-CN" smtClean="0"/>
              <a:t>2025/11/3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B886E-B09F-28CF-D65D-466C38455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B10D2-E802-9840-3B4A-8847AC5E9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4D69-4C2E-1249-8ABE-62FAF0B95C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27171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9E5FDB-0AFC-9269-8512-EFA665FDA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889D-5831-9A4B-AFB0-B6ECE580CABF}" type="datetimeFigureOut">
              <a:rPr lang="en-CN" smtClean="0"/>
              <a:t>2025/11/3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131E4-516C-07AD-A1DC-764E8FC40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8B2FE-5204-E77D-CC61-038FB8D0D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4D69-4C2E-1249-8ABE-62FAF0B95C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7428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B95FC-E829-D3BC-BCC4-727F4C3E9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396F6-6C55-C118-DEED-3AB2CA2C3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41338-7BF6-F8AB-FEE7-8BF818134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7950D-0EDA-2D7C-7B14-4C4B4A41A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889D-5831-9A4B-AFB0-B6ECE580CABF}" type="datetimeFigureOut">
              <a:rPr lang="en-CN" smtClean="0"/>
              <a:t>2025/11/3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3BD0A-6A12-F8A2-10A2-555E1919F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C1A4E-9FC8-7095-CAD5-CE78132C8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4D69-4C2E-1249-8ABE-62FAF0B95C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37893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FE72D-E6DE-1F36-4B28-6B8FA541A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7792E0-A070-7ED0-6923-208F25613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E26C1-46F2-A313-343A-08E7EA5EF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92911-89B5-13F3-A4CB-A6041D002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889D-5831-9A4B-AFB0-B6ECE580CABF}" type="datetimeFigureOut">
              <a:rPr lang="en-CN" smtClean="0"/>
              <a:t>2025/11/3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2C99D-0644-5110-1AB9-C460E198D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9B00D-E883-109A-DDBA-51CB89937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4D69-4C2E-1249-8ABE-62FAF0B95C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37414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420CF-8A08-9CE8-EB09-97F48FB01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B546E-9367-04DA-3FE0-8092C180F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AFE04-28F4-9159-707D-054B8BDB2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889D-5831-9A4B-AFB0-B6ECE580CABF}" type="datetimeFigureOut">
              <a:rPr lang="en-CN" smtClean="0"/>
              <a:t>2025/11/3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979AC-CABF-4DAD-2402-3550A6DAC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FBF4D-1B87-924C-BAEF-4095E0B3D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4D69-4C2E-1249-8ABE-62FAF0B95C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316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E734D0-E18B-2C49-AE0F-CF8067FE4D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1E38-DA94-8E7C-5BC3-5F5937F8F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7D885-9DB8-C1F3-53A1-2DDC56566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7889D-5831-9A4B-AFB0-B6ECE580CABF}" type="datetimeFigureOut">
              <a:rPr lang="en-CN" smtClean="0"/>
              <a:t>2025/11/3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F74B4-F345-62BE-6BD0-92A2A193B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33CD9-DBF9-27C4-650F-9087F03A3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B4D69-4C2E-1249-8ABE-62FAF0B95C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87671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8CB73F-C736-19FA-BCE0-22D612C0B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4BFF6-F6D5-FF38-CEE2-5B70C3EAF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F89C7-B8EF-BE8F-D399-2FF0DFCFC5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57889D-5831-9A4B-AFB0-B6ECE580CABF}" type="datetimeFigureOut">
              <a:rPr lang="en-CN" smtClean="0"/>
              <a:t>2025/11/3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BC479-9508-B134-5E8E-DDA4708F58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3B997-1F28-26E0-E4B5-232814235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B4D69-4C2E-1249-8ABE-62FAF0B95CD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86256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68C82-7212-7819-81C7-B3FFE5B604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CN" dirty="0"/>
              <a:t>est for PPT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8CCA1A-3E10-7A56-694D-806FA73F40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N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1599807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Test for PPT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Muxi Xie</dc:creator>
  <cp:lastModifiedBy>Muxi Xie</cp:lastModifiedBy>
  <cp:revision>2</cp:revision>
  <dcterms:created xsi:type="dcterms:W3CDTF">2025-11-03T13:42:42Z</dcterms:created>
  <dcterms:modified xsi:type="dcterms:W3CDTF">2025-11-03T13:49:01Z</dcterms:modified>
</cp:coreProperties>
</file>